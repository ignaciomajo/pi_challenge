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EA4D-8405-430B-950D-5A789DADC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4EA06E-664B-488F-BDC2-DDA364F5C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698C2-1A57-4B4B-8D88-A119FCAE2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06362-CC60-4980-AA90-9364F835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9E522-BEBA-4849-9013-4016F2C8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47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352C8-64AA-4D1E-BF7E-8B75E6019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910DCA-488B-40E6-B6AD-F6CAC5898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A8769-39B9-44F8-9C65-A60990F7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CFDAA-1C3F-493E-84B2-9B9B5C22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EFE06-1CC6-4E79-9BDF-E5A76A116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0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F68A-C8C0-4BD9-82CF-64B8D5722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55E37-B28B-4C22-A077-2016050B2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FA41B-E379-4A25-A953-6C753BD6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E415D-320C-4978-8696-0FB64368A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ABC9E-DC0A-4598-A1C2-EE2C4BAA4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3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2574C-5399-4F4B-9B6D-3D122A99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E2C2-D275-4F3C-BE3D-63F0CA3A1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5472C-41CF-4D1A-80E5-2D6873BCA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CCEFBE-BFB2-4D86-BC1F-A00044A1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E3E50-7488-4105-BC92-D6DF5F4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EC42A-0488-4642-9127-EDC207819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551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E909-AB0B-4EE8-8BFC-2A91A391B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BD2EE-4261-48B1-AEBB-0A6F1D94F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48F08B-2D75-42BC-B75C-860E6AD85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368B6-A4B7-418C-95B7-70533D49A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D810B-D8C5-40BA-BB9F-B54AE98C5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2AA7D-F30B-45FA-9CB3-3B47D069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234CE2-EA1B-4761-81D9-A7ECC5E5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675EF7-4D8A-469D-84B4-81EF2A677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1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3799B-A32A-4835-B3F2-7346996A0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49821-BE05-4AA0-8E69-A774E4C06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621E1F-D3C6-4452-8406-144F218B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99F6A-47DF-4A28-835F-BE2C0B3D4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50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D926FC-A7A5-4AF8-AA30-7B0FB43B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473A0-774B-45C2-9F29-30D1137D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7EA06-3839-442A-B5C0-62206800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06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7802-2142-4E24-861C-DFF5620F3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233E-91E1-49B8-8820-9C3D724CE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84664-09BC-47D6-8798-3A10B377D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A2BD2-0C97-49E8-BDC0-80B095AC1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281AC-7D26-4E26-9379-DD095BCE7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49C0-65DA-465F-83D8-889DBD863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56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F238-6AA7-4814-A361-3CB4E3DCC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286FB-06A4-4431-9776-76650E5D93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B7A06-D04C-4400-B9E0-A849364F5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4432E-07E5-4051-94F8-57DC7D12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7A36B-0CB7-489A-A19D-A27AC633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AF9E6-BD58-4C35-A837-3FCC3332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3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5885-5CC7-4CF6-943F-8DE66AF88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8CE60-8F2C-4C69-8360-C9142303A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ACA31-A922-425D-B8EE-B5E63436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8FE5B-B544-4AA4-8627-E9439D2E5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0DF73-F945-4030-8943-85D9980C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10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2024E-0F23-4524-A507-1ABF990C6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10706E-5A9D-43FA-8B30-C3211FCD3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E66ED-F5BA-418B-8B14-2BD313F7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5701E-6628-4132-95C4-6D79725A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3A265-0252-44D0-AFE2-6DA904D1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3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A8B6E8-84C4-4AF2-A1D4-85614413B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4CD63-6A4B-4AF2-B461-F9C3F84DC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7C36D-9B21-42FC-B69E-626B8EBEC3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17E91-C3E4-4BAD-9944-55A001365641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2A203-6B37-4750-AC87-16AA4F917C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EA81F-C5A2-41F1-BEDE-34D7017CB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7EC58-B56C-41FC-BC70-D6E879FD3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42367E3-16DC-4BEF-B92E-00524BAE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963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4BDF5D-2FB2-4603-8FEA-C0A63F71A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EB0F8-B80A-4B0B-8543-4A3799B52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45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61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053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530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0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27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02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0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071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0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37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79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551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227AF5-BB37-4747-A999-95E3EA022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219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829D61-9581-486C-A719-BDC2904E3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081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BDF5D-2FB2-4603-8FEA-C0A63F71A3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EEB0F8-B80A-4B0B-8543-4A3799B52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2367E3-16DC-4BEF-B92E-00524BAE65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11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Ignacio Majo</dc:creator>
  <cp:lastModifiedBy>Ignacio Majo</cp:lastModifiedBy>
  <cp:revision>2</cp:revision>
  <dcterms:created xsi:type="dcterms:W3CDTF">2026-02-20T15:18:53Z</dcterms:created>
  <dcterms:modified xsi:type="dcterms:W3CDTF">2026-02-20T16:10:16Z</dcterms:modified>
</cp:coreProperties>
</file>